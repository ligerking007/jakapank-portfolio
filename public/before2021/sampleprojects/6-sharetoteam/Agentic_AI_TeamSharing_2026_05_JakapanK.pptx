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64008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50292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411480" y="16916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Evolution of AI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Software &amp; Healthcare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11480" y="2697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 "Answering Questions"  →  "Taking Actions"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11480" y="3291840"/>
            <a:ext cx="201168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3520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 Team Sharing  ·  2026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1208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Jakapan Kanta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0" y="4736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19456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6868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68880" y="868680"/>
            <a:ext cx="27432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78608" y="868680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12080" y="868680"/>
            <a:ext cx="393192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21808" y="868680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344168"/>
            <a:ext cx="2194560" cy="91440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344168"/>
            <a:ext cx="27432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1344168"/>
            <a:ext cx="393192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38988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78608" y="138988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rules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21808" y="138988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when API fails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395728"/>
            <a:ext cx="2194560" cy="914400"/>
          </a:xfrm>
          <a:prstGeom prst="rect">
            <a:avLst/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2395728"/>
            <a:ext cx="274320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2395728"/>
            <a:ext cx="393192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44144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78608" y="244144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content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21808" y="244144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SQL / summarize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447288"/>
            <a:ext cx="2194560" cy="914400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3447288"/>
            <a:ext cx="274320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3447288"/>
            <a:ext cx="393192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49300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578608" y="349300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+ Act autonomously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21808" y="34930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logs → notify team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5262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Today's focus: Agentic AI — plans, decides &amp; takes action with minimal human input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0" y="4736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914400"/>
            <a:ext cx="1051560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914400"/>
            <a:ext cx="10515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/ Event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1481328"/>
            <a:ext cx="256032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38988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84832" y="914400"/>
            <a:ext cx="1051560" cy="1280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84832" y="914400"/>
            <a:ext cx="10515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36392" y="1481328"/>
            <a:ext cx="256032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138988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2424" y="914400"/>
            <a:ext cx="1051560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92424" y="914400"/>
            <a:ext cx="10515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Reasoning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43984" y="1481328"/>
            <a:ext cx="256032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138988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0016" y="914400"/>
            <a:ext cx="1051560" cy="1280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0016" y="914400"/>
            <a:ext cx="10515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Tools / APIs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51576" y="1481328"/>
            <a:ext cx="256032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43016" y="138988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07608" y="914400"/>
            <a:ext cx="1051560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07608" y="914400"/>
            <a:ext cx="10515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Workflow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59168" y="1481328"/>
            <a:ext cx="256032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138988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0" y="914400"/>
            <a:ext cx="1051560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0" y="914400"/>
            <a:ext cx="10515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 / Result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514600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514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444752" y="3090672"/>
            <a:ext cx="438912" cy="43891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3090672"/>
            <a:ext cx="438912" cy="43891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097280" y="36118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364992" y="3090672"/>
            <a:ext cx="438912" cy="43891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3090672"/>
            <a:ext cx="438912" cy="43891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017520" y="36118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5285232" y="3090672"/>
            <a:ext cx="438912" cy="43891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3090672"/>
            <a:ext cx="438912" cy="43891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4937760" y="36118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Usage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7205472" y="3090672"/>
            <a:ext cx="438912" cy="43891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3090672"/>
            <a:ext cx="438912" cy="43891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858000" y="36118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Execution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8229600" y="4736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 Cases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834640" cy="4023360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83464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86968"/>
            <a:ext cx="347472" cy="34747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8696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822960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Incident Investigation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" y="150876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4447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production logs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" y="216712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1031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root cause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" y="2825496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27614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incident summary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27832" y="822960"/>
            <a:ext cx="2834640" cy="4023360"/>
          </a:xfrm>
          <a:prstGeom prst="rect">
            <a:avLst/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27832" y="822960"/>
            <a:ext cx="283464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64992" y="886968"/>
            <a:ext cx="347472" cy="34747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886968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94760" y="822960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Telemed Summary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429000" y="15087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85032" y="14447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consultations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429000" y="216712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685032" y="21031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symptoms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3429000" y="282549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685032" y="27614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SOAP notes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181344" y="822960"/>
            <a:ext cx="2834640" cy="402336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181344" y="822960"/>
            <a:ext cx="2834640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318504" y="886968"/>
            <a:ext cx="347472" cy="34747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886968"/>
            <a:ext cx="347472" cy="34747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748272" y="822960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Appointment Agent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382512" y="1508760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638544" y="14447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missed appointments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6382512" y="2167128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638544" y="21031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reminders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6382512" y="2825496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638544" y="27614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workflows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8229600" y="4736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AI Log Analysis Agent 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657600" cy="3886200"/>
          </a:xfrm>
          <a:prstGeom prst="rect">
            <a:avLst/>
          </a:prstGeom>
          <a:solidFill>
            <a:srgbClr val="F0FDF4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3657600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6868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3383280" cy="36576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Before: Dev manually opens logs, investigates &amp; writes summary — slow &amp; error-prone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993392"/>
            <a:ext cx="338328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933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Error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3500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496312"/>
            <a:ext cx="33832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963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Logs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28529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2999232"/>
            <a:ext cx="33832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992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33558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502152"/>
            <a:ext cx="33832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5021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Summary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38587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4005072"/>
            <a:ext cx="338328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050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Notification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60520" y="868680"/>
            <a:ext cx="4709160" cy="3886200"/>
          </a:xfrm>
          <a:prstGeom prst="rect">
            <a:avLst/>
          </a:prstGeom>
          <a:solidFill>
            <a:srgbClr val="111827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60520" y="868680"/>
            <a:ext cx="4709160" cy="32918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96926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81144" y="96926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18888" y="96926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868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AI Output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43400" y="1371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 Root Cause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26280" y="17373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/requestcancelprebooking returned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500 — external API returned HTML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instead of JSON, causing parse failure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343400" y="2743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Recommended Actions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26280" y="3108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Validate response before parsing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Add retry handling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Review timeout settings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343400" y="4160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generated automatically, sent to Teams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0" y="4736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Impact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2860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804672"/>
            <a:ext cx="612648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80467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216152"/>
            <a:ext cx="2286000" cy="841248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16152"/>
            <a:ext cx="7315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16152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👨‍💻  Developer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0" y="1216152"/>
            <a:ext cx="6126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1216152"/>
            <a:ext cx="5852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debugging &amp; code review — AI handles boilerplate, test generation &amp; PR reviews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2286000" cy="841248"/>
          </a:xfrm>
          <a:prstGeom prst="rect">
            <a:avLst/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73152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4884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Analyst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0" y="2148840"/>
            <a:ext cx="6126480" cy="84124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2148840"/>
            <a:ext cx="5852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SQL generation, anomaly detection &amp; dashboard creation — shift focus to insights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081528"/>
            <a:ext cx="2286000" cy="841248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081528"/>
            <a:ext cx="73152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81528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Business Analyst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0" y="3081528"/>
            <a:ext cx="6126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0360" y="3081528"/>
            <a:ext cx="5852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→ BRD automation, stakeholder summaries &amp; action item tracking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014216"/>
            <a:ext cx="2286000" cy="841248"/>
          </a:xfrm>
          <a:prstGeom prst="rect">
            <a:avLst/>
          </a:prstGeom>
          <a:solidFill>
            <a:srgbClr val="FAF5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14216"/>
            <a:ext cx="73152" cy="8412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14216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Manager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0" y="4014216"/>
            <a:ext cx="6126480" cy="84124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4014216"/>
            <a:ext cx="5852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reporting, real-time visibility &amp; AI-governed workflow monitoring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4736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28346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96112"/>
            <a:ext cx="283464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AI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Azure OpenAI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27832" y="896112"/>
            <a:ext cx="28346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27832" y="896112"/>
            <a:ext cx="283464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896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64992" y="1463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Worker / API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1344" y="896112"/>
            <a:ext cx="28346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896112"/>
            <a:ext cx="283464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896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Logs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18504" y="1463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/ App Insights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2706624"/>
            <a:ext cx="393192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2706624"/>
            <a:ext cx="393192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7066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AI Workflow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27355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706624"/>
            <a:ext cx="393192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706624"/>
            <a:ext cx="39319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7066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Notification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327355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 Webhook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0" y="4736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Small, Scale Smart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664208" y="1627632"/>
            <a:ext cx="5815584" cy="64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353312"/>
            <a:ext cx="594360" cy="5943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353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2121408"/>
            <a:ext cx="2834640" cy="2834640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121408"/>
            <a:ext cx="283464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214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21214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Assistants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54864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74320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logs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47288"/>
            <a:ext cx="54864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40156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05656"/>
            <a:ext cx="54864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405993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code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05072" y="1353312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05072" y="1353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27832" y="2121408"/>
            <a:ext cx="2834640" cy="283464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27832" y="2121408"/>
            <a:ext cx="283464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21214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07992" y="21214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Workflows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10712" y="2788920"/>
            <a:ext cx="54864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75304" y="274320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analysis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10712" y="3447288"/>
            <a:ext cx="54864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75304" y="340156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summaries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10712" y="4105656"/>
            <a:ext cx="54864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75304" y="405993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Auto-reporting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58584" y="1353312"/>
            <a:ext cx="594360" cy="5943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58584" y="1353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181344" y="2121408"/>
            <a:ext cx="2834640" cy="2834640"/>
          </a:xfrm>
          <a:prstGeom prst="rect">
            <a:avLst/>
          </a:prstGeom>
          <a:solidFill>
            <a:srgbClr val="F0FDF9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81344" y="2121408"/>
            <a:ext cx="2834640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21214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61504" y="21214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Agentic Workflows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64224" y="2788920"/>
            <a:ext cx="54864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28816" y="274320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monitoring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64224" y="3447288"/>
            <a:ext cx="54864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28816" y="340156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automation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64224" y="4105656"/>
            <a:ext cx="54864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28816" y="405993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AI-agent pipelines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29600" y="4736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Needs Human Validation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023360" cy="3931920"/>
          </a:xfrm>
          <a:prstGeom prst="rect">
            <a:avLst/>
          </a:prstGeom>
          <a:solidFill>
            <a:srgbClr val="FFF1F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96112"/>
            <a:ext cx="402336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94183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89611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536192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508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— AI may generate incorrect data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340864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31343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recommendations without context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145536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11810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 with sensitive data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46320" y="896112"/>
            <a:ext cx="4023360" cy="3931920"/>
          </a:xfrm>
          <a:prstGeom prst="rect">
            <a:avLst/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896112"/>
            <a:ext cx="402336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941832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13248" y="89611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029200" y="160020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394960" y="1508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require human review of AI outputs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029200" y="240487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394960" y="23134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exposing sensitive / personal data to AI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029200" y="3209544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94960" y="31181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as assistant, not sole decision maker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229600" y="4736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moving from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“Answering Questions”  →  “Performing Real Tasks”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0" y="2697480"/>
            <a:ext cx="54864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future is not AI replacing humans.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humans working together with AI agents.”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becoming a teammate — not just a tool.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736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– The Next Evolution</dc:title>
  <dc:subject>PptxGenJS Presentation</dc:subject>
  <dc:creator>PptxGenJS</dc:creator>
  <cp:lastModifiedBy>PptxGenJS</cp:lastModifiedBy>
  <cp:revision>1</cp:revision>
  <dcterms:created xsi:type="dcterms:W3CDTF">2026-06-11T07:31:58Z</dcterms:created>
  <dcterms:modified xsi:type="dcterms:W3CDTF">2026-06-11T07:31:58Z</dcterms:modified>
</cp:coreProperties>
</file>